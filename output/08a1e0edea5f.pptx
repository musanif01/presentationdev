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914400" y="2560320"/>
            <a:ext cx="10362895"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1371600"/>
          </a:xfrm>
          <a:prstGeom prst="rect">
            <a:avLst/>
          </a:prstGeom>
          <a:noFill/>
        </p:spPr>
        <p:txBody>
          <a:bodyPr wrap="square">
            <a:spAutoFit/>
          </a:bodyPr>
          <a:lstStyle/>
          <a:p>
            <a:pPr algn="l">
              <a:defRPr sz="4400" b="1">
                <a:solidFill>
                  <a:srgbClr val="FFFFFF"/>
                </a:solidFill>
              </a:defRPr>
            </a:pPr>
            <a:r>
              <a:t>My Presentation</a:t>
            </a:r>
          </a:p>
        </p:txBody>
      </p:sp>
      <p:sp>
        <p:nvSpPr>
          <p:cNvPr id="4" name="TextBox 3"/>
          <p:cNvSpPr txBox="1"/>
          <p:nvPr/>
        </p:nvSpPr>
        <p:spPr>
          <a:xfrm>
            <a:off x="914400" y="2926080"/>
            <a:ext cx="10362895" cy="731520"/>
          </a:xfrm>
          <a:prstGeom prst="rect">
            <a:avLst/>
          </a:prstGeom>
          <a:noFill/>
        </p:spPr>
        <p:txBody>
          <a:bodyPr wrap="square">
            <a:spAutoFit/>
          </a:bodyPr>
          <a:lstStyle/>
          <a:p>
            <a:pPr algn="l">
              <a:defRPr sz="2000" b="0">
                <a:solidFill>
                  <a:srgbClr val="CCCCCC"/>
                </a:solidFill>
              </a:defRPr>
            </a:pPr>
            <a:r>
              <a:t>Generated by AI Presentation Maker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1: Project Title and Overview",""}</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"title": "{\"Slide 1: Project Title and Overview\"}",</a:t>
            </a:r>
          </a:p>
          <a:p>
            <a:pPr>
              <a:spcAft>
                <a:spcPts val="800"/>
              </a:spcAft>
              <a:defRPr sz="1800">
                <a:solidFill>
                  <a:srgbClr val="CCCCCC"/>
                </a:solidFill>
              </a:defRPr>
            </a:pPr>
            <a:r>
              <a:t>  "bulletPoints": [</a:t>
            </a:r>
          </a:p>
          <a:p>
            <a:pPr>
              <a:spcAft>
                <a:spcPts val="800"/>
              </a:spcAft>
              <a:defRPr sz="1800">
                <a:solidFill>
                  <a:srgbClr val="CCCCCC"/>
                </a:solidFill>
              </a:defRPr>
            </a:pPr>
            <a:r>
              <a:t>  "Automates ML lifecycle for various applications.",</a:t>
            </a:r>
          </a:p>
          <a:p>
            <a:pPr>
              <a:spcAft>
                <a:spcPts val="800"/>
              </a:spcAft>
              <a:defRPr sz="1800">
                <a:solidFill>
                  <a:srgbClr val="CCCCCC"/>
                </a:solidFill>
              </a:defRPr>
            </a:pPr>
            <a:r>
              <a:t>  "Utilizes machine learning models for predictive analytics.",</a:t>
            </a:r>
          </a:p>
          <a:p>
            <a:pPr>
              <a:spcAft>
                <a:spcPts val="800"/>
              </a:spcAft>
              <a:defRPr sz="1800">
                <a:solidFill>
                  <a:srgbClr val="CCCCCC"/>
                </a:solidFill>
              </a:defRPr>
            </a:pPr>
            <a:r>
              <a:t>  "Improves efficiency, reduces manual labor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2: Student Information and Guide Details",""}</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"Section",</a:t>
            </a:r>
          </a:p>
          <a:p>
            <a:pPr>
              <a:spcAft>
                <a:spcPts val="800"/>
              </a:spcAft>
              <a:defRPr sz="1800">
                <a:solidFill>
                  <a:srgbClr val="CCCCCC"/>
                </a:solidFill>
              </a:defRPr>
            </a:pPr>
            <a:r>
              <a:t>  "Recommended Pages",</a:t>
            </a:r>
          </a:p>
          <a:p>
            <a:pPr>
              <a:spcAft>
                <a:spcPts val="800"/>
              </a:spcAft>
              <a:defRPr sz="1800">
                <a:solidFill>
                  <a:srgbClr val="CCCCCC"/>
                </a:solidFill>
              </a:defRPr>
            </a:pPr>
            <a:r>
              <a:t>  "Description",</a:t>
            </a:r>
          </a:p>
          <a:p>
            <a:pPr>
              <a:spcAft>
                <a:spcPts val="800"/>
              </a:spcAft>
              <a:defRPr sz="1800">
                <a:solidFill>
                  <a:srgbClr val="CCCCCC"/>
                </a:solidFill>
              </a:defRPr>
            </a:pPr>
            <a:r>
              <a:t>  "Cover Page",</a:t>
            </a:r>
          </a:p>
          <a:p>
            <a:pPr>
              <a:spcAft>
                <a:spcPts val="800"/>
              </a:spcAft>
              <a:defRPr sz="1800">
                <a:solidFill>
                  <a:srgbClr val="CCCCCC"/>
                </a:solidFill>
              </a:defRPr>
            </a:pPr>
            <a:r>
              <a:t>  "Project Title",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3: University Details and Certificate",""}</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"title": "{\"Slide 3: University Details and Certificate\",}",</a:t>
            </a:r>
          </a:p>
          <a:p>
            <a:pPr>
              <a:spcAft>
                <a:spcPts val="800"/>
              </a:spcAft>
              <a:defRPr sz="1800">
                <a:solidFill>
                  <a:srgbClr val="CCCCCC"/>
                </a:solidFill>
              </a:defRPr>
            </a:pPr>
            <a:r>
              <a:t>  "bulletPoints": [</a:t>
            </a:r>
          </a:p>
          <a:p>
            <a:pPr>
              <a:spcAft>
                <a:spcPts val="800"/>
              </a:spcAft>
              <a:defRPr sz="1800">
                <a:solidFill>
                  <a:srgbClr val="CCCCCC"/>
                </a:solidFill>
              </a:defRPr>
            </a:pPr>
            <a:r>
              <a:t>  "{\"Title\": \"University Details and Certificate\", \"Description\": \"Recommended page distribution, section, title, guide, university certificate, signed by guide and HOD declaration, originality statement, acknowledgement\", \"Content\": \"Introduction to the project\", \"Formatting Requirements: Document Formatting Requirements\", \"Document Formatting Requirements\", \"Parameter Specification\", \"Font Type\", \"Body Text Size\", \"Chapter Title Size\", \"Section Heading Size\", \"Subsection Size\", \"Line Spacing\", \"Text Alignment\", \"Paper Size\", \"Printing\", \"Single side\"}",</a:t>
            </a:r>
          </a:p>
          <a:p>
            <a:pPr>
              <a:spcAft>
                <a:spcPts val="800"/>
              </a:spcAft>
              <a:defRPr sz="1800">
                <a:solidFill>
                  <a:srgbClr val="CCCCCC"/>
                </a:solidFill>
              </a:defRPr>
            </a:pPr>
            <a:r>
              <a:t>  "{\"Title\": \"Auto-generated contents\", \"Description\": \"List of figures and tables, including auto-generated contents, table of contents, list of figures, and options\", \"Content\": \"Chapter 1: Introduction to the project", "Formatting Requirements: Document Formatting Requirements}",</a:t>
            </a:r>
          </a:p>
          <a:p>
            <a:pPr>
              <a:spcAft>
                <a:spcPts val="800"/>
              </a:spcAft>
              <a:defRPr sz="1800">
                <a:solidFill>
                  <a:srgbClr val="CCCCCC"/>
                </a:solidFill>
              </a:defRPr>
            </a:pPr>
            <a:r>
              <a:t>  "{\"Title\": \"Conclusion &amp; Future Work\", \"Description\": \"Summary and improvements, references, IEEE formatted references, appendix, screenshots, code snippets\", \"Content\": \"Conclusion of the project", "Formatting Requirements: Document Formatting Requirements", "Document Formatting Requirements"}"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4: Signed Declaration by Guide and HOD",""}</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{"title": "Signed Declaration by Guide and HOD"},</a:t>
            </a:r>
          </a:p>
          <a:p>
            <a:pPr>
              <a:spcAft>
                <a:spcPts val="800"/>
              </a:spcAft>
              <a:defRPr sz="1800">
                <a:solidFill>
                  <a:srgbClr val="CCCCCC"/>
                </a:solidFill>
              </a:defRPr>
            </a:pPr>
            <a:r>
              <a:t>  {"Recommended Pages": "1-10"},</a:t>
            </a:r>
          </a:p>
          <a:p>
            <a:pPr>
              <a:spcAft>
                <a:spcPts val="800"/>
              </a:spcAft>
              <a:defRPr sz="1800">
                <a:solidFill>
                  <a:srgbClr val="CCCCCC"/>
                </a:solidFill>
              </a:defRPr>
            </a:pPr>
            <a:r>
              <a:t>  {"Description": "Signed by guide and HOD as per IEEE format"},</a:t>
            </a:r>
          </a:p>
          <a:p>
            <a:pPr>
              <a:spcAft>
                <a:spcPts val="800"/>
              </a:spcAft>
              <a:defRPr sz="1800">
                <a:solidFill>
                  <a:srgbClr val="CCCCCC"/>
                </a:solidFill>
              </a:defRPr>
            </a:pPr>
            <a:r>
              <a:t>  {"Acknowledgement": "Students acknowledgement of involvement"},</a:t>
            </a:r>
          </a:p>
          <a:p>
            <a:pPr>
              <a:spcAft>
                <a:spcPts val="800"/>
              </a:spcAft>
              <a:defRPr sz="1800">
                <a:solidFill>
                  <a:srgbClr val="CCCCCC"/>
                </a:solidFill>
              </a:defRPr>
            </a:pPr>
            <a:r>
              <a:t>  {"Originality statement by students": "Original research work contribution"},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5: Originality Statement by Students",""}</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```json</a:t>
            </a:r>
          </a:p>
          <a:p>
            <a:pPr>
              <a:spcAft>
                <a:spcPts val="800"/>
              </a:spcAft>
              <a:defRPr sz="1800">
                <a:solidFill>
                  <a:srgbClr val="CCCCCC"/>
                </a:solidFill>
              </a:defRPr>
            </a:pPr>
            <a:r>
              <a:t>  "text": "Presented by",</a:t>
            </a:r>
          </a:p>
          <a:p>
            <a:pPr>
              <a:spcAft>
                <a:spcPts val="800"/>
              </a:spcAft>
              <a:defRPr sz="1800">
                <a:solidFill>
                  <a:srgbClr val="CCCCCC"/>
                </a:solidFill>
              </a:defRPr>
            </a:pPr>
            <a:r>
              <a:t>  "type": "Student"</a:t>
            </a:r>
          </a:p>
          <a:p>
            <a:pPr>
              <a:spcAft>
                <a:spcPts val="800"/>
              </a:spcAft>
              <a:defRPr sz="1800">
                <a:solidFill>
                  <a:srgbClr val="CCCCCC"/>
                </a:solidFill>
              </a:defRPr>
            </a:pPr>
            <a:r>
              <a:t>  "text": "Guides and Head of Department",</a:t>
            </a:r>
          </a:p>
          <a:p>
            <a:pPr>
              <a:spcAft>
                <a:spcPts val="800"/>
              </a:spcAft>
              <a:defRPr sz="1800">
                <a:solidFill>
                  <a:srgbClr val="CCCCCC"/>
                </a:solidFill>
              </a:defRPr>
            </a:pPr>
            <a:r>
              <a:t>  "type": "Guide"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6: Acknowledgement to Guide, Department, and Others",""}</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"title": "{\"Slide 6: Acknowledgement to Guide, Department, and Others\"}",</a:t>
            </a:r>
          </a:p>
          <a:p>
            <a:pPr>
              <a:spcAft>
                <a:spcPts val="800"/>
              </a:spcAft>
              <a:defRPr sz="1800">
                <a:solidFill>
                  <a:srgbClr val="CCCCCC"/>
                </a:solidFill>
              </a:defRPr>
            </a:pPr>
            <a:r>
              <a:t>  "bullet_points": [</a:t>
            </a:r>
          </a:p>
          <a:p>
            <a:pPr>
              <a:spcAft>
                <a:spcPts val="800"/>
              </a:spcAft>
              <a:defRPr sz="1800">
                <a:solidFill>
                  <a:srgbClr val="CCCCCC"/>
                </a:solidFill>
              </a:defRPr>
            </a:pPr>
            <a:r>
              <a:t>  "\"Guide and Department Professors/Staff for their guidance and support during the project work.\"",</a:t>
            </a:r>
          </a:p>
          <a:p>
            <a:pPr>
              <a:spcAft>
                <a:spcPts val="800"/>
              </a:spcAft>
              <a:defRPr sz="1800">
                <a:solidFill>
                  <a:srgbClr val="CCCCCC"/>
                </a:solidFill>
              </a:defRPr>
            </a:pPr>
            <a:r>
              <a:t>  "\"University Management for providing necessary approvals and clearances.\"",</a:t>
            </a:r>
          </a:p>
          <a:p>
            <a:pPr>
              <a:spcAft>
                <a:spcPts val="800"/>
              </a:spcAft>
              <a:defRPr sz="1800">
                <a:solidFill>
                  <a:srgbClr val="CCCCCC"/>
                </a:solidFill>
              </a:defRPr>
            </a:pPr>
            <a:r>
              <a:t>  "\"Guest Faculty Members for their valuable inputs and feedback on the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7: Abstract of the Project",""}</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Recommended pages: 8-15</a:t>
            </a:r>
          </a:p>
          <a:p>
            <a:pPr>
              <a:spcAft>
                <a:spcPts val="800"/>
              </a:spcAft>
              <a:defRPr sz="1800">
                <a:solidFill>
                  <a:srgbClr val="CCCCCC"/>
                </a:solidFill>
              </a:defRPr>
            </a:pPr>
            <a:r>
              <a:t>  Table of contents: 1-2 pages</a:t>
            </a:r>
          </a:p>
          <a:p>
            <a:pPr>
              <a:spcAft>
                <a:spcPts val="800"/>
              </a:spcAft>
              <a:defRPr sz="1800">
                <a:solidFill>
                  <a:srgbClr val="CCCCCC"/>
                </a:solidFill>
              </a:defRPr>
            </a:pPr>
            <a:r>
              <a:t>  List of figures: 1 page optional</a:t>
            </a:r>
          </a:p>
          <a:p>
            <a:pPr>
              <a:spcAft>
                <a:spcPts val="800"/>
              </a:spcAft>
              <a:defRPr sz="1800">
                <a:solidFill>
                  <a:srgbClr val="CCCCCC"/>
                </a:solidFill>
              </a:defRPr>
            </a:pPr>
            <a:r>
              <a:t>  List of tables: 1 page optional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8: Table of Contents (Optional)",""}</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"slideTitle": "{\"\"title\":\"Slide 8: Table of Contents (Optional)\\",\"}\"",</a:t>
            </a:r>
          </a:p>
          <a:p>
            <a:pPr>
              <a:spcAft>
                <a:spcPts val="800"/>
              </a:spcAft>
              <a:defRPr sz="1800">
                <a:solidFill>
                  <a:srgbClr val="CCCCCC"/>
                </a:solidFill>
              </a:defRPr>
            </a:pPr>
            <a:r>
              <a:t>  "content": [</a:t>
            </a:r>
          </a:p>
          <a:p>
            <a:pPr>
              <a:spcAft>
                <a:spcPts val="800"/>
              </a:spcAft>
              <a:defRPr sz="1800">
                <a:solidFill>
                  <a:srgbClr val="CCCCCC"/>
                </a:solidFill>
              </a:defRPr>
            </a:pPr>
            <a:r>
              <a:t>  "\"1–2. Auto generated contents.\",</a:t>
            </a:r>
          </a:p>
          <a:p>
            <a:pPr>
              <a:spcAft>
                <a:spcPts val="800"/>
              </a:spcAft>
              <a:defRPr sz="1800">
                <a:solidFill>
                  <a:srgbClr val="CCCCCC"/>
                </a:solidFill>
              </a:defRPr>
            </a:pPr>
            <a:r>
              <a:t>  "\"List of Figures.\",</a:t>
            </a:r>
          </a:p>
          <a:p>
            <a:pPr>
              <a:spcAft>
                <a:spcPts val="800"/>
              </a:spcAft>
              <a:defRPr sz="1800">
                <a:solidFill>
                  <a:srgbClr val="CCCCCC"/>
                </a:solidFill>
              </a:defRPr>
            </a:pPr>
            <a:r>
              <a:t>  "\"List of Tables.\",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9: Auto-generated Contents (List of Figures and Tables)"",""}</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"{\"Slide 9: Auto-generated Contents (List of Figures and Tables)\"}",</a:t>
            </a:r>
          </a:p>
          <a:p>
            <a:pPr>
              <a:spcAft>
                <a:spcPts val="800"/>
              </a:spcAft>
              <a:defRPr sz="1800">
                <a:solidFill>
                  <a:srgbClr val="CCCCCC"/>
                </a:solidFill>
              </a:defRPr>
            </a:pPr>
            <a:r>
              <a:t>  "\"Recommended Page Distribution\",\"Section\",\"Recommended Pages\",\"Description\",\"Cover Page\",\"1\",\"Page Number\",\"Title Page\",\"3.5 cm\",\"Left\",\"2.5 cm\",\"Right Align\",\"Certificate\",\"1\",\"Signed by Guide and HOD\",\"Declaration\",\"1\",\"Originality Statement by Students\",\"Acknowledgement\",\"1\",\"Thanks to Guide and Department\",\"Abstract\",\"1\",\"Short Summary of the Project\",\"Table of Contents\",\"1-2\",\"Auto-generated Contents\",\"List of Figures\",\"1\",\"Optional\",\"List of Tables\",\"1\",\"Optional\",\"Chapter 1: Introduction\",\"4-6\",\"Introduction, Background, Problem Statement, Objectives, Scope\",\"Chapter 2: Literature Review\",\"8-12\",\"Research papers and existing work, Comparative Analysis, Research Gap\",\"Chapter 3: Methodology / System Design\",\"12-18\",\"Proposed System, Requirement Analysis, System Architecture, Algorithms, Flowcharts\",\"Chapter 5: Implementation\",\"10-15\",\"Implementation, Technologies Used, Modules, Database Design, Interface Design\",\"Chapter 6: Results and Discussion\",\"8-12\",\"Experimental Results, Performance Evaluation, Comparison\",\"Chapter 7: Conclusion &amp; Future Work\",\"2-5\",\"Summary and improvements\",\"References\",\"1-3\",\"IEEE formatted references\",\"Appendix\",\"1-10\",\"Screenshots, code snippets\",\"Paper Size\",\"A4\",\"Printing\",\"Single side\",\"Footer\",\"Page Number, Position right, (Certificate to List of Tables in Roman numbering and from Chapter 1 introduction in decimal numbering starting from page no. 1)",</a:t>
            </a:r>
          </a:p>
          <a:p>
            <a:pPr>
              <a:spcAft>
                <a:spcPts val="800"/>
              </a:spcAft>
              <a:defRPr sz="1800">
                <a:solidFill>
                  <a:srgbClr val="CCCCCC"/>
                </a:solidFill>
              </a:defRPr>
            </a:pPr>
            <a:r>
              <a:t>  "Document Formatting Requirements",</a:t>
            </a:r>
          </a:p>
          <a:p>
            <a:pPr>
              <a:spcAft>
                <a:spcPts val="800"/>
              </a:spcAft>
              <a:defRPr sz="1800">
                <a:solidFill>
                  <a:srgbClr val="CCCCCC"/>
                </a:solidFill>
              </a:defRPr>
            </a:pPr>
            <a:r>
              <a:t>  "{\"Parameter\",\"Specification\",\"Font Type\",\"Garamond\",\"Body Text Size\",\"12 pt\",\"Chapter Title Size\",\"16 pt Bold\",\"Section Heading Size\",\"14 pt Bold\",\"Subsection Size\",\"12 pt Bold\",\"Line Spacing\",\"1.5\",\"Text Alignment\",\"Justified\",\"Paper Size\",\"A4\",\"Printing\",\"Single side\",\"Footer\",\"Page Number, Position right, (Certificate to List of Tables in Roman numbering and from Chapter 1 introduction in decimal numbering starting from page no. 1)\"}",</a:t>
            </a:r>
          </a:p>
          <a:p>
            <a:pPr>
              <a:spcAft>
                <a:spcPts val="800"/>
              </a:spcAft>
              <a:defRPr sz="1800">
                <a:solidFill>
                  <a:srgbClr val="CCCCCC"/>
                </a:solidFill>
              </a:defRPr>
            </a:pPr>
            <a:r>
              <a:t>  "Page Margins",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731520" y="822960"/>
            <a:ext cx="3657600" cy="508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728655" cy="822960"/>
          </a:xfrm>
          <a:prstGeom prst="rect">
            <a:avLst/>
          </a:prstGeom>
          <a:noFill/>
        </p:spPr>
        <p:txBody>
          <a:bodyPr wrap="square">
            <a:spAutoFit/>
          </a:bodyPr>
          <a:lstStyle/>
          <a:p>
            <a:pPr algn="l">
              <a:defRPr sz="3600" b="1">
                <a:solidFill>
                  <a:srgbClr val="FFFFFF"/>
                </a:solidFill>
              </a:defRPr>
            </a:pPr>
            <a:r>
              <a:t>{""title":"Slide 10: Optional List of References",""}</a:t>
            </a:r>
          </a:p>
        </p:txBody>
      </p:sp>
      <p:sp>
        <p:nvSpPr>
          <p:cNvPr id="4" name="TextBox 3"/>
          <p:cNvSpPr txBox="1"/>
          <p:nvPr/>
        </p:nvSpPr>
        <p:spPr>
          <a:xfrm>
            <a:off x="731520" y="1371600"/>
            <a:ext cx="10728655" cy="5029200"/>
          </a:xfrm>
          <a:prstGeom prst="rect">
            <a:avLst/>
          </a:prstGeom>
          <a:noFill/>
        </p:spPr>
        <p:txBody>
          <a:bodyPr wrap="square">
            <a:spAutoFit/>
          </a:bodyPr>
          <a:lstStyle/>
          <a:p>
            <a:pPr>
              <a:spcAft>
                <a:spcPts val="800"/>
              </a:spcAft>
              <a:defRPr sz="1800">
                <a:solidFill>
                  <a:srgbClr val="CCCCCC"/>
                </a:solidFill>
              </a:defRPr>
            </a:pPr>
            <a:r>
              <a:t>  "Include the PDF file as an uploaded resource",</a:t>
            </a:r>
          </a:p>
          <a:p>
            <a:pPr>
              <a:spcAft>
                <a:spcPts val="800"/>
              </a:spcAft>
              <a:defRPr sz="1800">
                <a:solidFill>
                  <a:srgbClr val="CCCCCC"/>
                </a:solidFill>
              </a:defRPr>
            </a:pPr>
            <a:r>
              <a:t>  "Specify the PDF file in the presentation format",</a:t>
            </a:r>
          </a:p>
          <a:p>
            <a:pPr>
              <a:spcAft>
                <a:spcPts val="800"/>
              </a:spcAft>
              <a:defRPr sz="1800">
                <a:solidFill>
                  <a:srgbClr val="CCCCCC"/>
                </a:solidFill>
              </a:defRPr>
            </a:pPr>
            <a:r>
              <a:t>  "Use a consistent formatting style throughout the report",</a:t>
            </a:r>
          </a:p>
          <a:p>
            <a:pPr>
              <a:spcAft>
                <a:spcPts val="800"/>
              </a:spcAft>
              <a:defRPr sz="1800">
                <a:solidFill>
                  <a:srgbClr val="CCCCCC"/>
                </a:solidFill>
              </a:defRPr>
            </a:pPr>
            <a:r>
              <a:t>  "Avoid any font or formatting errors during export"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