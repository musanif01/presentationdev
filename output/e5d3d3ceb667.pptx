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2560320"/>
            <a:ext cx="10362895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Climate Change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CCCCC"/>
                </a:solidFill>
              </a:defRPr>
            </a:pPr>
            <a:r>
              <a:t>Generated by AI Presentation Maker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What is Climate Change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Greenhouse gases, such as carbon dioxide and methane, trap heat in the atmosphere.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Burning fossil fuels, like coal, oil, and gas, releases these gases into the air.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Deforestation and land-use changes also contribute to increased greenhouse gas emissions.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The increasing levels of greenhouse gases in the atmosphere lead to rising global temperatures.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Causes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Burning of fossil fuels releases carbon dioxide, a major contributor to climate change.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Transitioning to renewable energy sources such as solar and wind power can significantly reduce emissions.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3657600" cy="50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7286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Solutions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5720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Transition to renewable energy sources, such as solar and wind power.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Invest in energy efficiency measures at home and in businesses to reduce energy consumption.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Implement policies that phase out fossil fuels and promote cleaner transportation options.</a:t>
            </a:r>
          </a:p>
          <a:p>
            <a:pPr>
              <a:spcAft>
                <a:spcPts val="800"/>
              </a:spcAft>
              <a:defRPr sz="1800">
                <a:solidFill>
                  <a:srgbClr val="CCCCCC"/>
                </a:solidFill>
              </a:defRPr>
            </a:pPr>
            <a:r>
              <a:t>  Educate consumers about the benefits of renewable energy and encourage sustainable practices.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