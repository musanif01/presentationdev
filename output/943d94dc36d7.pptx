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62895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Climate Change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Generated by AI Presentation Maker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is Climate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Climate change is primarily caused by the increasing levels of greenhouse gases in the Earth's atmosphere, primarily due to burning fossil fuels.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These emissions trap heat from the sun, leading to a global average temperature increase of around 1°C since the late 19th century.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The consequences of climate change include more frequent and severe weather events, rising sea levels, and disrupted ecosystems.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A shift towards renewable energy sources, such as solar and wind power, can significantly reduce greenhouse gas emissions and mitigate climate change impacts.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Reducing carbon emissions through sustainable practices, like reducing energy consumption and increasing energy efficiency, is a critical step in addressing climate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Burning of fossil fuels releases carbon dioxide, a greenhouse gas that traps heat in the atmosphere.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This process is amplified by increasing levels of atmospheric gases like methane and nitrous oxide.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Deforestation and land-use changes also release stored carbon into the atmosphere.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The resulting increase in global temperatures is one of the defining characteristics of climate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Transition to renewable energy sources like solar, wind, and hydroelectric power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Increase energy efficiency through better insulation, smart appliances, and LED lighting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Implement policies such as carbon pricing and green taxes to level the playing field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Invest in research and development of new clean technologies and materials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Educate individuals and communities about climate change impacts and take individual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