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62895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Climate Change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Generated by AI Presentation Maker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is Climate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Climate change is primarily caused by human activities releasing greenhouse gases into the atmosphere, such as burning fossil fuels.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Renewable energy sources like solar and wind power can help reduce reliance on fossil fuels and decrease emissions.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Reducing carbon footprint through lifestyle changes, transportation options, and energy-efficient habits can also contribute to mitigating climate change.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Transitioning to renewable energy sources and increasing energy efficiency can slow down global warming and protect the environment.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Implementing policies and regulations to reduce emissions from industries and vehicles is crucial for addressing climate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Burning of coal, oil, and gas releases carbon dioxide, a greenhouse gas.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Deforestation and land-use changes lead to increased greenhouse gas emissions.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Agriculture, especially meat production, is another significant source of emissions.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The extraction and processing of fossil fuels release methane, a potent GHG.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Industrial activities, such as mining and manufacturing, also contribute to greenhouse gas emissions.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- -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Invest in renewable energy sources, such as solar and wind power.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Reduce transportation emissions by using electric vehicles or public transit.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- - -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Implement sustainable land use practices, like reforestation and permaculture.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