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My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-Climate Change: A Growing Concern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Climate change is a pressing issue driven by human activities, including the burning of fossil fuels.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Rising Temperatures and Extreme Weather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Rising temperatures, extreme weather events, and melting ice caps are all signs of a warming planet.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Human activities, particularly the burning of fossil fuels, are the primary cause of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Climate change is having severe impacts on our environment, including more frequent and intense natural disasters.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- The consequences of inaction will be catastrophic if we do not take immediate and collective action against climate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Melting Ice Caps: A Cautionary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Rising temperatures, including sea-level rise, are causing melting ice caps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Role of Human Activities in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The burning of fossil fuels releases carbon dioxide, a greenhouse gas that traps heat in the atmosphere, contributing to global warming.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Deforestation and land-use changes lead to the release of stored carbon into the air, exacerbating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The production and transportation of goods, such as steel, aluminum, and electronics, require large amounts of energy, which is often generated by fossil fuels.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Human activities also contribute to climate change through the use of nitrogen-based fertilizers in agriculture, which emit nitrous oxide.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Scientific Consensus on the Cause of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Rising temperatures and extreme weather events are consistent with a global average warming trend.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The melting of ice caps, glaciers, and sea levels is a physical manifestation of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- Human activities, such as burning fossil fuels, are the primary cause of this trend.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- Scientific evidence from multiple lines of research confirms the link between human activity and climate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Impact of Climate Change on Our Planet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Rising temperatures are linked to extreme weather events, such as heatwaves and droughts.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Melting ice caps indicate the alarming rate at which polar regions are losing their frozen covering.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Human activities, primarily burning fossil fuels, are the primary cause of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Climate change has severe impacts on ecosystems, biodiversity, and human health worldwide.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Taking Action Against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Reduce carbon emissions to limit warming to 1.5°C.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Transition to renewable energy sources like solar and wind power.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Increase energy efficiency in buildings and transportation systems.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Protect and restore natural habitats like forests and wetlands.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Support climate-resilient infrastructure and communities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