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0362895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Climate Change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Generated by AI Presentation Maker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is Climate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Burning fossil fuels releases carbon dioxide, a major greenhouse gas.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It traps heat in the atmosphere, leading to rising temperatures.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Contributes to extreme weather events like droughts and floods.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Reducing emissions can slow global warming and its impacts.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Human activities such as deforestation, agriculture, and industrial processes release large amounts of carbon dioxide, methane, and other gases.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These greenhouse gases trap heat in the atmosphere, leading to global warming and climate change.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Burning fossil fuels like coal, oil, and gas for energy releases significant amounts of CO2 into the atmosphere.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Transition to Renewable Energy Sources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Invest in Solar Power and Wind Energy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Improve Energy Efficiency in Buildings and Appliances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Implement Carbon Pricing Mechanisms Globally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