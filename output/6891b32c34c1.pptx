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2560320"/>
            <a:ext cx="10362895" cy="508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</a:defRPr>
            </a:pPr>
            <a:r>
              <a:t>My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CCCCCC"/>
                </a:solidFill>
              </a:defRPr>
            </a:pPr>
            <a:r>
              <a:t>Generated by AI Presentation Maker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822960"/>
            <a:ext cx="3657600" cy="508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Recommended Page Distribution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86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CCCCCC"/>
                </a:solidFill>
              </a:defRPr>
            </a:pPr>
            <a:r>
              <a:t>  **Recommended Pages:** 20</a:t>
            </a:r>
          </a:p>
          <a:p>
            <a:pPr>
              <a:spcAft>
                <a:spcPts val="800"/>
              </a:spcAft>
              <a:defRPr sz="1800">
                <a:solidFill>
                  <a:srgbClr val="CCCCCC"/>
                </a:solidFill>
              </a:defRPr>
            </a:pPr>
            <a:r>
              <a:t>  **Section:** Recommended Pages</a:t>
            </a:r>
          </a:p>
          <a:p>
            <a:pPr>
              <a:spcAft>
                <a:spcPts val="800"/>
              </a:spcAft>
              <a:defRPr sz="1800">
                <a:solidFill>
                  <a:srgbClr val="CCCCCC"/>
                </a:solidFill>
              </a:defRPr>
            </a:pPr>
            <a:r>
              <a:t>  **Description:** A detailed breakdown of the project's content, including tables of contents, auto-generated contents, list of figures, and list of tables.</a:t>
            </a:r>
          </a:p>
          <a:p>
            <a:pPr>
              <a:spcAft>
                <a:spcPts val="800"/>
              </a:spcAft>
              <a:defRPr sz="1800">
                <a:solidFill>
                  <a:srgbClr val="CCCCCC"/>
                </a:solidFill>
              </a:defRPr>
            </a:pPr>
            <a:r>
              <a:t>  **Cover Page:** 1</a:t>
            </a:r>
          </a:p>
          <a:p>
            <a:pPr>
              <a:spcAft>
                <a:spcPts val="800"/>
              </a:spcAft>
              <a:defRPr sz="1800">
                <a:solidFill>
                  <a:srgbClr val="CCCCCC"/>
                </a:solidFill>
              </a:defRPr>
            </a:pPr>
            <a:r>
              <a:t>  **Project Title, Students, Guide, University, Certificate:** 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822960"/>
            <a:ext cx="3657600" cy="508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Section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86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CCCCCC"/>
                </a:solidFill>
              </a:defRPr>
            </a:pPr>
            <a:r>
              <a:t>  Recommended Page Distribution: 10 pages</a:t>
            </a:r>
          </a:p>
          <a:p>
            <a:pPr>
              <a:spcAft>
                <a:spcPts val="800"/>
              </a:spcAft>
              <a:defRPr sz="1800">
                <a:solidFill>
                  <a:srgbClr val="CCCCCC"/>
                </a:solidFill>
              </a:defRPr>
            </a:pPr>
            <a:r>
              <a:t>  Section Description: Overview of project structure</a:t>
            </a:r>
          </a:p>
          <a:p>
            <a:pPr>
              <a:spcAft>
                <a:spcPts val="800"/>
              </a:spcAft>
              <a:defRPr sz="1800">
                <a:solidFill>
                  <a:srgbClr val="CCCCCC"/>
                </a:solidFill>
              </a:defRPr>
            </a:pPr>
            <a:r>
              <a:t>  Cover Page Details: Project title, students, guide, university, certificate, signed by guide and HOD, declaration, originality statement, acknowledgement, thanks to guide and department</a:t>
            </a:r>
          </a:p>
          <a:p>
            <a:pPr>
              <a:spcAft>
                <a:spcPts val="800"/>
              </a:spcAft>
              <a:defRPr sz="1800">
                <a:solidFill>
                  <a:srgbClr val="CCCCCC"/>
                </a:solidFill>
              </a:defRPr>
            </a:pPr>
            <a:r>
              <a:t>  Abstract Summary: Brief overview of project objectives and scope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822960"/>
            <a:ext cx="3657600" cy="508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Description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86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CCCCCC"/>
                </a:solidFill>
              </a:defRPr>
            </a:pPr>
            <a:r>
              <a:t>  - Page Distribution: The report is recommended to be 20 pages long, as per university guidelines.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822960"/>
            <a:ext cx="3657600" cy="508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Cover Page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86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CCCCCC"/>
                </a:solidFill>
              </a:defRPr>
            </a:pPr>
            <a:r>
              <a:t>  B.Tech CSE Final Year Project Report - Cover Page</a:t>
            </a:r>
          </a:p>
          <a:p>
            <a:pPr>
              <a:spcAft>
                <a:spcPts val="800"/>
              </a:spcAft>
              <a:defRPr sz="1800">
                <a:solidFill>
                  <a:srgbClr val="CCCCCC"/>
                </a:solidFill>
              </a:defRPr>
            </a:pPr>
            <a:r>
              <a:t>  Recommended Page Distribution (1 page)</a:t>
            </a:r>
          </a:p>
          <a:p>
            <a:pPr>
              <a:spcAft>
                <a:spcPts val="800"/>
              </a:spcAft>
              <a:defRPr sz="1800">
                <a:solidFill>
                  <a:srgbClr val="CCCCCC"/>
                </a:solidFill>
              </a:defRPr>
            </a:pPr>
            <a:r>
              <a:t>  Section - Page Description</a:t>
            </a:r>
          </a:p>
          <a:p>
            <a:pPr>
              <a:spcAft>
                <a:spcPts val="800"/>
              </a:spcAft>
              <a:defRPr sz="1800">
                <a:solidFill>
                  <a:srgbClr val="CCCCCC"/>
                </a:solidFill>
              </a:defRPr>
            </a:pPr>
            <a:r>
              <a:t>  Cover Page - Page 1 of 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822960"/>
            <a:ext cx="3657600" cy="508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Project title, students, guide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86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CCCCCC"/>
                </a:solidFill>
              </a:defRPr>
            </a:pPr>
            <a:r>
              <a:t>  Page Distribution Guidelines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822960"/>
            <a:ext cx="3657600" cy="508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university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86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CCCCCC"/>
                </a:solidFill>
              </a:defRPr>
            </a:pPr>
            <a:r>
              <a:t>  - Recommended Page Distribution: The project report is recommended to be distributed in a total of 15 pages.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822960"/>
            <a:ext cx="3657600" cy="508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Certificate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86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CCCCCC"/>
                </a:solidFill>
              </a:defRPr>
            </a:pPr>
            <a:r>
              <a:t>  - - -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822960"/>
            <a:ext cx="3657600" cy="508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Signed by guide and HOD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86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CCCCCC"/>
                </a:solidFill>
              </a:defRPr>
            </a:pPr>
            <a:r>
              <a:t>  Signed by guide and HOD Declaration -</a:t>
            </a:r>
          </a:p>
          <a:p>
            <a:pPr>
              <a:spcAft>
                <a:spcPts val="800"/>
              </a:spcAft>
              <a:defRPr sz="1800">
                <a:solidFill>
                  <a:srgbClr val="CCCCCC"/>
                </a:solidFill>
              </a:defRPr>
            </a:pPr>
            <a:r>
              <a:t>  Originality statement by students -</a:t>
            </a:r>
          </a:p>
          <a:p>
            <a:pPr>
              <a:spcAft>
                <a:spcPts val="800"/>
              </a:spcAft>
              <a:defRPr sz="1800">
                <a:solidFill>
                  <a:srgbClr val="CCCCCC"/>
                </a:solidFill>
              </a:defRPr>
            </a:pPr>
            <a:r>
              <a:t>  Acknowledgement to guide and department</a:t>
            </a:r>
          </a:p>
          <a:p>
            <a:pPr>
              <a:spcAft>
                <a:spcPts val="800"/>
              </a:spcAft>
              <a:defRPr sz="1800">
                <a:solidFill>
                  <a:srgbClr val="CCCCCC"/>
                </a:solidFill>
              </a:defRPr>
            </a:pPr>
            <a:r>
              <a:t>  Short summary of the project -</a:t>
            </a:r>
          </a:p>
          <a:p>
            <a:pPr>
              <a:spcAft>
                <a:spcPts val="800"/>
              </a:spcAft>
              <a:defRPr sz="1800">
                <a:solidFill>
                  <a:srgbClr val="CCCCCC"/>
                </a:solidFill>
              </a:defRPr>
            </a:pPr>
            <a:r>
              <a:t>  And here is the modified table of contents: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822960"/>
            <a:ext cx="3657600" cy="508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Declaration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86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CCCCCC"/>
                </a:solidFill>
              </a:defRPr>
            </a:pPr>
            <a:r>
              <a:t>  Declaration - This is an acknowledgement that you have been approved to work on this project.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822960"/>
            <a:ext cx="3657600" cy="508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Originality statement by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86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CCCCCC"/>
                </a:solidFill>
              </a:defRPr>
            </a:pPr>
            <a:r>
              <a:t>  The proposed system employs a novel approach to [specific aspect of the project] that has not been attempted before in similar contexts.</a:t>
            </a:r>
          </a:p>
          <a:p>
            <a:pPr>
              <a:spcAft>
                <a:spcPts val="800"/>
              </a:spcAft>
              <a:defRPr sz="1800">
                <a:solidFill>
                  <a:srgbClr val="CCCCCC"/>
                </a:solidFill>
              </a:defRPr>
            </a:pPr>
            <a:r>
              <a:t>  This innovation builds upon existing research, but with unique twists and applications to enhance its impact.</a:t>
            </a:r>
          </a:p>
          <a:p>
            <a:pPr>
              <a:spcAft>
                <a:spcPts val="800"/>
              </a:spcAft>
              <a:defRPr sz="1800">
                <a:solidFill>
                  <a:srgbClr val="CCCCCC"/>
                </a:solidFill>
              </a:defRPr>
            </a:pPr>
            <a:r>
              <a:t>  By integrating cutting-edge technologies and methodologies, our system delivers unparalleled value compared to existing solutions.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