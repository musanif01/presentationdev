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Climate Change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Climate change occurs when the Earth's average temperature rises due to increased levels of greenhouse gases in the atmosphere.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The most significant cause is human activity, particularly burning fossil fuels such as coal, oil, and gas for energy and transportation.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Renewable energy sources like solar and wind power can replace fossil fuels and reduce emissions, mitigating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Reducing energy consumption and adopting sustainable land use practices are also crucial steps in addressing the issue of climate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Burning fossil fuels releases carbon dioxide, a major contributor to global warming.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Transitioning to renewable energy sources can significantly reduce greenhouse gas emissions.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Reducing energy consumption and using efficient technologies is another key solution.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Implementing policies that promote renewable energy and energy efficiency are crucial actions.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Implementing sustainable land use practices can also help mitigate the effects of climate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Implementing solar panels or wind turbines to generate electricity from clean sources.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Investing in renewable energy technologies like hydroelectric power, geothermal, and biomass.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Encouraging the use of electric vehicles and promoting public transportation alternatives.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Transitioning to carbon capture and storage technologies to reduce emissions from fossil fuel combustion.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Supporting policies that promote sustainable land use practices, reforestation, and climate-resilient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