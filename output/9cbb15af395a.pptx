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560320"/>
            <a:ext cx="10362895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AI in Presentations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</a:defRPr>
            </a:pPr>
            <a:r>
              <a:t>Generated by AI Presentation Maker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3657600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"AI-driven design tools enhance creativity.",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"Personalization and automation optimize delivery.",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"Improved data insights inform more effective content.",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"New formats emerge as AI takes the stage."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3657600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Key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"Enhances creativity through automated content generation",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"Improves consistency across all presentation styles and formats",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"Boosts efficiency by reducing manual effort required for creation",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"Increases accuracy and speed in data-driven presentations"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3657600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AI-generated templates enable rapid content creation.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Personalized storytelling using AI-driven insights.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Automated data visualization for data-driven decisions.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New opportunities emerge as AI-assisted collaboration grows.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